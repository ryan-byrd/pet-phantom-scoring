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8288" autoAdjust="0"/>
  </p:normalViewPr>
  <p:slideViewPr>
    <p:cSldViewPr snapToGrid="0" snapToObjects="1">
      <p:cViewPr varScale="1">
        <p:scale>
          <a:sx n="105" d="100"/>
          <a:sy n="105" d="100"/>
        </p:scale>
        <p:origin x="-187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interSettings" Target="printerSettings/printerSettings1.bin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8DFA-7EBD-0E41-A0EE-3FF005398999}" type="datetimeFigureOut">
              <a:rPr lang="en-US" smtClean="0"/>
              <a:t>01/07/2013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1541-2D68-A645-8A88-8D726642C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1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8DFA-7EBD-0E41-A0EE-3FF005398999}" type="datetimeFigureOut">
              <a:rPr lang="en-US" smtClean="0"/>
              <a:t>01/07/2013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1541-2D68-A645-8A88-8D726642C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7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8DFA-7EBD-0E41-A0EE-3FF005398999}" type="datetimeFigureOut">
              <a:rPr lang="en-US" smtClean="0"/>
              <a:t>01/07/2013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1541-2D68-A645-8A88-8D726642C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9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8DFA-7EBD-0E41-A0EE-3FF005398999}" type="datetimeFigureOut">
              <a:rPr lang="en-US" smtClean="0"/>
              <a:t>01/07/2013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1541-2D68-A645-8A88-8D726642C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90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8DFA-7EBD-0E41-A0EE-3FF005398999}" type="datetimeFigureOut">
              <a:rPr lang="en-US" smtClean="0"/>
              <a:t>01/07/2013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1541-2D68-A645-8A88-8D726642C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21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8DFA-7EBD-0E41-A0EE-3FF005398999}" type="datetimeFigureOut">
              <a:rPr lang="en-US" smtClean="0"/>
              <a:t>01/07/2013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1541-2D68-A645-8A88-8D726642C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9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8DFA-7EBD-0E41-A0EE-3FF005398999}" type="datetimeFigureOut">
              <a:rPr lang="en-US" smtClean="0"/>
              <a:t>01/07/2013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1541-2D68-A645-8A88-8D726642C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0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8DFA-7EBD-0E41-A0EE-3FF005398999}" type="datetimeFigureOut">
              <a:rPr lang="en-US" smtClean="0"/>
              <a:t>01/07/2013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1541-2D68-A645-8A88-8D726642C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10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8DFA-7EBD-0E41-A0EE-3FF005398999}" type="datetimeFigureOut">
              <a:rPr lang="en-US" smtClean="0"/>
              <a:t>01/07/2013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1541-2D68-A645-8A88-8D726642C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7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8DFA-7EBD-0E41-A0EE-3FF005398999}" type="datetimeFigureOut">
              <a:rPr lang="en-US" smtClean="0"/>
              <a:t>01/07/2013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1541-2D68-A645-8A88-8D726642C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74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8DFA-7EBD-0E41-A0EE-3FF005398999}" type="datetimeFigureOut">
              <a:rPr lang="en-US" smtClean="0"/>
              <a:t>01/07/2013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1541-2D68-A645-8A88-8D726642C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0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08DFA-7EBD-0E41-A0EE-3FF005398999}" type="datetimeFigureOut">
              <a:rPr lang="en-US" smtClean="0"/>
              <a:t>01/07/2013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91541-2D68-A645-8A88-8D726642C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2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triped Right Arrow 97"/>
          <p:cNvSpPr/>
          <p:nvPr/>
        </p:nvSpPr>
        <p:spPr>
          <a:xfrm rot="12846000">
            <a:off x="1305339" y="4390275"/>
            <a:ext cx="2193843" cy="436446"/>
          </a:xfrm>
          <a:prstGeom prst="stripedRightArrow">
            <a:avLst>
              <a:gd name="adj1" fmla="val 50000"/>
              <a:gd name="adj2" fmla="val 151305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latin typeface="Times"/>
              <a:cs typeface="Times"/>
            </a:endParaRPr>
          </a:p>
        </p:txBody>
      </p:sp>
      <p:sp>
        <p:nvSpPr>
          <p:cNvPr id="5" name="Rectangle 336"/>
          <p:cNvSpPr>
            <a:spLocks noChangeArrowheads="1"/>
          </p:cNvSpPr>
          <p:nvPr/>
        </p:nvSpPr>
        <p:spPr bwMode="auto">
          <a:xfrm>
            <a:off x="6157780" y="4220395"/>
            <a:ext cx="76517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None/>
            </a:pPr>
            <a:endParaRPr lang="el-GR" sz="3000" b="0">
              <a:effectLst>
                <a:outerShdw blurRad="38100" dist="38100" dir="2700000" algn="tl">
                  <a:srgbClr val="000000"/>
                </a:outerShdw>
              </a:effectLst>
              <a:latin typeface="Times"/>
              <a:cs typeface="Times"/>
            </a:endParaRPr>
          </a:p>
        </p:txBody>
      </p:sp>
      <p:sp>
        <p:nvSpPr>
          <p:cNvPr id="6" name="Rectangle 338"/>
          <p:cNvSpPr>
            <a:spLocks noChangeArrowheads="1"/>
          </p:cNvSpPr>
          <p:nvPr/>
        </p:nvSpPr>
        <p:spPr bwMode="auto">
          <a:xfrm>
            <a:off x="5392605" y="4220395"/>
            <a:ext cx="76517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None/>
            </a:pPr>
            <a:endParaRPr lang="el-GR" sz="3000" b="0">
              <a:effectLst>
                <a:outerShdw blurRad="38100" dist="38100" dir="2700000" algn="tl">
                  <a:srgbClr val="000000"/>
                </a:outerShdw>
              </a:effectLst>
              <a:latin typeface="Times"/>
              <a:cs typeface="Times"/>
            </a:endParaRPr>
          </a:p>
        </p:txBody>
      </p:sp>
      <p:sp>
        <p:nvSpPr>
          <p:cNvPr id="7" name="Rectangle 340"/>
          <p:cNvSpPr>
            <a:spLocks noChangeArrowheads="1"/>
          </p:cNvSpPr>
          <p:nvPr/>
        </p:nvSpPr>
        <p:spPr bwMode="auto">
          <a:xfrm>
            <a:off x="4627430" y="4220395"/>
            <a:ext cx="76517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None/>
            </a:pPr>
            <a:endParaRPr lang="el-GR" sz="3000" b="0">
              <a:effectLst>
                <a:outerShdw blurRad="38100" dist="38100" dir="2700000" algn="tl">
                  <a:srgbClr val="00000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8" name="Rectangle 342"/>
          <p:cNvSpPr>
            <a:spLocks noChangeArrowheads="1"/>
          </p:cNvSpPr>
          <p:nvPr/>
        </p:nvSpPr>
        <p:spPr bwMode="auto">
          <a:xfrm>
            <a:off x="3862255" y="4220395"/>
            <a:ext cx="76517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None/>
            </a:pPr>
            <a:endParaRPr lang="el-GR" sz="3000" b="0">
              <a:effectLst>
                <a:outerShdw blurRad="38100" dist="38100" dir="2700000" algn="tl">
                  <a:srgbClr val="00000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9" name="Rectangle 352"/>
          <p:cNvSpPr>
            <a:spLocks noChangeArrowheads="1"/>
          </p:cNvSpPr>
          <p:nvPr/>
        </p:nvSpPr>
        <p:spPr bwMode="auto">
          <a:xfrm>
            <a:off x="6157780" y="3569520"/>
            <a:ext cx="76517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None/>
            </a:pPr>
            <a:endParaRPr lang="el-GR" sz="3000" b="0">
              <a:effectLst>
                <a:outerShdw blurRad="38100" dist="38100" dir="2700000" algn="tl">
                  <a:srgbClr val="00000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10" name="Rectangle 358"/>
          <p:cNvSpPr>
            <a:spLocks noChangeArrowheads="1"/>
          </p:cNvSpPr>
          <p:nvPr/>
        </p:nvSpPr>
        <p:spPr bwMode="auto">
          <a:xfrm>
            <a:off x="3862255" y="3569520"/>
            <a:ext cx="76517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None/>
            </a:pPr>
            <a:endParaRPr lang="el-GR" sz="3000" b="0">
              <a:effectLst>
                <a:outerShdw blurRad="38100" dist="38100" dir="2700000" algn="tl">
                  <a:srgbClr val="00000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11" name="Rectangle 368"/>
          <p:cNvSpPr>
            <a:spLocks noChangeArrowheads="1"/>
          </p:cNvSpPr>
          <p:nvPr/>
        </p:nvSpPr>
        <p:spPr bwMode="auto">
          <a:xfrm>
            <a:off x="6157780" y="2918645"/>
            <a:ext cx="76517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None/>
            </a:pPr>
            <a:endParaRPr lang="el-GR" sz="3000" b="0">
              <a:effectLst>
                <a:outerShdw blurRad="38100" dist="38100" dir="2700000" algn="tl">
                  <a:srgbClr val="00000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12" name="Rectangle 374"/>
          <p:cNvSpPr>
            <a:spLocks noChangeArrowheads="1"/>
          </p:cNvSpPr>
          <p:nvPr/>
        </p:nvSpPr>
        <p:spPr bwMode="auto">
          <a:xfrm>
            <a:off x="3862255" y="2918645"/>
            <a:ext cx="76517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None/>
            </a:pPr>
            <a:endParaRPr lang="el-GR" sz="3000" b="0">
              <a:effectLst>
                <a:outerShdw blurRad="38100" dist="38100" dir="2700000" algn="tl">
                  <a:srgbClr val="00000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13" name="Rectangle 384"/>
          <p:cNvSpPr>
            <a:spLocks noChangeArrowheads="1"/>
          </p:cNvSpPr>
          <p:nvPr/>
        </p:nvSpPr>
        <p:spPr bwMode="auto">
          <a:xfrm>
            <a:off x="6157780" y="2267770"/>
            <a:ext cx="76517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None/>
            </a:pPr>
            <a:endParaRPr lang="el-GR" sz="3000" b="0">
              <a:effectLst>
                <a:outerShdw blurRad="38100" dist="38100" dir="2700000" algn="tl">
                  <a:srgbClr val="00000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14" name="Rectangle 386"/>
          <p:cNvSpPr>
            <a:spLocks noChangeArrowheads="1"/>
          </p:cNvSpPr>
          <p:nvPr/>
        </p:nvSpPr>
        <p:spPr bwMode="auto">
          <a:xfrm>
            <a:off x="5392605" y="2267770"/>
            <a:ext cx="76517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None/>
            </a:pPr>
            <a:endParaRPr lang="el-GR" sz="3000" b="0">
              <a:effectLst>
                <a:outerShdw blurRad="38100" dist="38100" dir="2700000" algn="tl">
                  <a:srgbClr val="00000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15" name="Rectangle 388"/>
          <p:cNvSpPr>
            <a:spLocks noChangeArrowheads="1"/>
          </p:cNvSpPr>
          <p:nvPr/>
        </p:nvSpPr>
        <p:spPr bwMode="auto">
          <a:xfrm>
            <a:off x="4627430" y="2267770"/>
            <a:ext cx="76517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None/>
            </a:pPr>
            <a:endParaRPr lang="el-GR" sz="3000" b="0">
              <a:effectLst>
                <a:outerShdw blurRad="38100" dist="38100" dir="2700000" algn="tl">
                  <a:srgbClr val="00000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16" name="Rectangle 390"/>
          <p:cNvSpPr>
            <a:spLocks noChangeArrowheads="1"/>
          </p:cNvSpPr>
          <p:nvPr/>
        </p:nvSpPr>
        <p:spPr bwMode="auto">
          <a:xfrm>
            <a:off x="3862255" y="2267770"/>
            <a:ext cx="76517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algn="l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None/>
            </a:pPr>
            <a:endParaRPr lang="el-GR" sz="3000" b="0">
              <a:effectLst>
                <a:outerShdw blurRad="38100" dist="38100" dir="2700000" algn="tl">
                  <a:srgbClr val="00000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17" name="Line 391"/>
          <p:cNvSpPr>
            <a:spLocks noChangeShapeType="1"/>
          </p:cNvSpPr>
          <p:nvPr/>
        </p:nvSpPr>
        <p:spPr bwMode="auto">
          <a:xfrm>
            <a:off x="3862255" y="2267770"/>
            <a:ext cx="30607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endParaRPr lang="en-US" sz="3000">
              <a:latin typeface="Arial"/>
              <a:cs typeface="Arial"/>
            </a:endParaRPr>
          </a:p>
        </p:txBody>
      </p:sp>
      <p:sp>
        <p:nvSpPr>
          <p:cNvPr id="18" name="Line 393"/>
          <p:cNvSpPr>
            <a:spLocks noChangeShapeType="1"/>
          </p:cNvSpPr>
          <p:nvPr/>
        </p:nvSpPr>
        <p:spPr bwMode="auto">
          <a:xfrm>
            <a:off x="3862255" y="2918645"/>
            <a:ext cx="306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endParaRPr lang="en-US" sz="3000">
              <a:latin typeface="Arial"/>
              <a:cs typeface="Arial"/>
            </a:endParaRPr>
          </a:p>
        </p:txBody>
      </p:sp>
      <p:sp>
        <p:nvSpPr>
          <p:cNvPr id="19" name="Line 395"/>
          <p:cNvSpPr>
            <a:spLocks noChangeShapeType="1"/>
          </p:cNvSpPr>
          <p:nvPr/>
        </p:nvSpPr>
        <p:spPr bwMode="auto">
          <a:xfrm>
            <a:off x="3862255" y="3569520"/>
            <a:ext cx="306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endParaRPr lang="en-US" sz="3000">
              <a:latin typeface="Arial"/>
              <a:cs typeface="Arial"/>
            </a:endParaRPr>
          </a:p>
        </p:txBody>
      </p:sp>
      <p:sp>
        <p:nvSpPr>
          <p:cNvPr id="20" name="Line 397"/>
          <p:cNvSpPr>
            <a:spLocks noChangeShapeType="1"/>
          </p:cNvSpPr>
          <p:nvPr/>
        </p:nvSpPr>
        <p:spPr bwMode="auto">
          <a:xfrm>
            <a:off x="3862255" y="4220395"/>
            <a:ext cx="306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endParaRPr lang="en-US" sz="3000">
              <a:latin typeface="Arial"/>
              <a:cs typeface="Arial"/>
            </a:endParaRPr>
          </a:p>
        </p:txBody>
      </p:sp>
      <p:sp>
        <p:nvSpPr>
          <p:cNvPr id="21" name="Line 399"/>
          <p:cNvSpPr>
            <a:spLocks noChangeShapeType="1"/>
          </p:cNvSpPr>
          <p:nvPr/>
        </p:nvSpPr>
        <p:spPr bwMode="auto">
          <a:xfrm>
            <a:off x="3862255" y="4871270"/>
            <a:ext cx="30607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endParaRPr lang="en-US" sz="3000">
              <a:latin typeface="Arial"/>
              <a:cs typeface="Arial"/>
            </a:endParaRPr>
          </a:p>
        </p:txBody>
      </p:sp>
      <p:sp>
        <p:nvSpPr>
          <p:cNvPr id="22" name="Line 400"/>
          <p:cNvSpPr>
            <a:spLocks noChangeShapeType="1"/>
          </p:cNvSpPr>
          <p:nvPr/>
        </p:nvSpPr>
        <p:spPr bwMode="auto">
          <a:xfrm>
            <a:off x="3862255" y="2267770"/>
            <a:ext cx="0" cy="26035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endParaRPr lang="en-US" sz="3000">
              <a:latin typeface="Arial"/>
              <a:cs typeface="Arial"/>
            </a:endParaRPr>
          </a:p>
        </p:txBody>
      </p:sp>
      <p:sp>
        <p:nvSpPr>
          <p:cNvPr id="23" name="Line 402"/>
          <p:cNvSpPr>
            <a:spLocks noChangeShapeType="1"/>
          </p:cNvSpPr>
          <p:nvPr/>
        </p:nvSpPr>
        <p:spPr bwMode="auto">
          <a:xfrm>
            <a:off x="4627430" y="2267770"/>
            <a:ext cx="0" cy="2603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endParaRPr lang="en-US" sz="3000">
              <a:latin typeface="Arial"/>
              <a:cs typeface="Arial"/>
            </a:endParaRPr>
          </a:p>
        </p:txBody>
      </p:sp>
      <p:sp>
        <p:nvSpPr>
          <p:cNvPr id="24" name="Line 404"/>
          <p:cNvSpPr>
            <a:spLocks noChangeShapeType="1"/>
          </p:cNvSpPr>
          <p:nvPr/>
        </p:nvSpPr>
        <p:spPr bwMode="auto">
          <a:xfrm>
            <a:off x="5392605" y="2267770"/>
            <a:ext cx="0" cy="2603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endParaRPr lang="en-US" sz="3000">
              <a:latin typeface="Arial"/>
              <a:cs typeface="Arial"/>
            </a:endParaRPr>
          </a:p>
        </p:txBody>
      </p:sp>
      <p:sp>
        <p:nvSpPr>
          <p:cNvPr id="25" name="Line 406"/>
          <p:cNvSpPr>
            <a:spLocks noChangeShapeType="1"/>
          </p:cNvSpPr>
          <p:nvPr/>
        </p:nvSpPr>
        <p:spPr bwMode="auto">
          <a:xfrm>
            <a:off x="6157780" y="2267770"/>
            <a:ext cx="0" cy="2603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endParaRPr lang="en-US" sz="3000">
              <a:latin typeface="Arial"/>
              <a:cs typeface="Arial"/>
            </a:endParaRPr>
          </a:p>
        </p:txBody>
      </p:sp>
      <p:sp>
        <p:nvSpPr>
          <p:cNvPr id="26" name="Line 408"/>
          <p:cNvSpPr>
            <a:spLocks noChangeShapeType="1"/>
          </p:cNvSpPr>
          <p:nvPr/>
        </p:nvSpPr>
        <p:spPr bwMode="auto">
          <a:xfrm>
            <a:off x="6922955" y="2267770"/>
            <a:ext cx="0" cy="26035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endParaRPr lang="en-US" sz="3000">
              <a:latin typeface="Arial"/>
              <a:cs typeface="Arial"/>
            </a:endParaRPr>
          </a:p>
        </p:txBody>
      </p:sp>
      <p:sp>
        <p:nvSpPr>
          <p:cNvPr id="28" name="Oval 27"/>
          <p:cNvSpPr>
            <a:spLocks noChangeAspect="1"/>
          </p:cNvSpPr>
          <p:nvPr/>
        </p:nvSpPr>
        <p:spPr>
          <a:xfrm>
            <a:off x="4171680" y="2496528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29" name="Oval 28"/>
          <p:cNvSpPr>
            <a:spLocks noChangeAspect="1"/>
          </p:cNvSpPr>
          <p:nvPr/>
        </p:nvSpPr>
        <p:spPr>
          <a:xfrm>
            <a:off x="4901393" y="2496528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30" name="Oval 29"/>
          <p:cNvSpPr>
            <a:spLocks noChangeAspect="1"/>
          </p:cNvSpPr>
          <p:nvPr/>
        </p:nvSpPr>
        <p:spPr>
          <a:xfrm>
            <a:off x="4901393" y="3174863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31" name="Oval 30"/>
          <p:cNvSpPr>
            <a:spLocks noChangeAspect="1"/>
          </p:cNvSpPr>
          <p:nvPr/>
        </p:nvSpPr>
        <p:spPr>
          <a:xfrm>
            <a:off x="4171680" y="3174863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32" name="Oval 31"/>
          <p:cNvSpPr>
            <a:spLocks noChangeAspect="1"/>
          </p:cNvSpPr>
          <p:nvPr/>
        </p:nvSpPr>
        <p:spPr>
          <a:xfrm>
            <a:off x="5696803" y="2496528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33" name="Oval 32"/>
          <p:cNvSpPr>
            <a:spLocks noChangeAspect="1"/>
          </p:cNvSpPr>
          <p:nvPr/>
        </p:nvSpPr>
        <p:spPr>
          <a:xfrm>
            <a:off x="6453725" y="2496528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34" name="Oval 33"/>
          <p:cNvSpPr>
            <a:spLocks noChangeAspect="1"/>
          </p:cNvSpPr>
          <p:nvPr/>
        </p:nvSpPr>
        <p:spPr>
          <a:xfrm>
            <a:off x="5696803" y="3174863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35" name="Oval 34"/>
          <p:cNvSpPr>
            <a:spLocks noChangeAspect="1"/>
          </p:cNvSpPr>
          <p:nvPr/>
        </p:nvSpPr>
        <p:spPr>
          <a:xfrm>
            <a:off x="4171680" y="3816248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36" name="Oval 35"/>
          <p:cNvSpPr>
            <a:spLocks noChangeAspect="1"/>
          </p:cNvSpPr>
          <p:nvPr/>
        </p:nvSpPr>
        <p:spPr>
          <a:xfrm>
            <a:off x="4901393" y="3816248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37" name="Oval 36"/>
          <p:cNvSpPr>
            <a:spLocks noChangeAspect="1"/>
          </p:cNvSpPr>
          <p:nvPr/>
        </p:nvSpPr>
        <p:spPr>
          <a:xfrm>
            <a:off x="5696803" y="3816248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38" name="Oval 37"/>
          <p:cNvSpPr>
            <a:spLocks noChangeAspect="1"/>
          </p:cNvSpPr>
          <p:nvPr/>
        </p:nvSpPr>
        <p:spPr>
          <a:xfrm>
            <a:off x="6453725" y="3816248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39" name="Oval 38"/>
          <p:cNvSpPr>
            <a:spLocks noChangeAspect="1"/>
          </p:cNvSpPr>
          <p:nvPr/>
        </p:nvSpPr>
        <p:spPr>
          <a:xfrm>
            <a:off x="6453725" y="3174863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40" name="Oval 39"/>
          <p:cNvSpPr>
            <a:spLocks noChangeAspect="1"/>
          </p:cNvSpPr>
          <p:nvPr/>
        </p:nvSpPr>
        <p:spPr>
          <a:xfrm>
            <a:off x="4171680" y="4444804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41" name="Oval 40"/>
          <p:cNvSpPr>
            <a:spLocks noChangeAspect="1"/>
          </p:cNvSpPr>
          <p:nvPr/>
        </p:nvSpPr>
        <p:spPr>
          <a:xfrm>
            <a:off x="4901393" y="4444804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Arial"/>
              <a:cs typeface="Arial"/>
            </a:endParaRPr>
          </a:p>
        </p:txBody>
      </p:sp>
      <p:sp>
        <p:nvSpPr>
          <p:cNvPr id="42" name="Oval 41"/>
          <p:cNvSpPr>
            <a:spLocks noChangeAspect="1"/>
          </p:cNvSpPr>
          <p:nvPr/>
        </p:nvSpPr>
        <p:spPr>
          <a:xfrm>
            <a:off x="5696803" y="4444804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Times"/>
              <a:cs typeface="Times"/>
            </a:endParaRPr>
          </a:p>
        </p:txBody>
      </p:sp>
      <p:sp>
        <p:nvSpPr>
          <p:cNvPr id="43" name="Oval 42"/>
          <p:cNvSpPr>
            <a:spLocks noChangeAspect="1"/>
          </p:cNvSpPr>
          <p:nvPr/>
        </p:nvSpPr>
        <p:spPr>
          <a:xfrm>
            <a:off x="6453725" y="4444804"/>
            <a:ext cx="179610" cy="180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effectLst/>
              <a:latin typeface="Times"/>
              <a:cs typeface="Times"/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 rot="10800000" flipH="1" flipV="1">
            <a:off x="5476878" y="2704698"/>
            <a:ext cx="315168" cy="567184"/>
          </a:xfrm>
          <a:prstGeom prst="straightConnector1">
            <a:avLst/>
          </a:prstGeom>
          <a:ln w="76200" cmpd="sng">
            <a:solidFill>
              <a:srgbClr val="660066"/>
            </a:solidFill>
            <a:headEnd type="diamon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Left-Up Arrow 49"/>
          <p:cNvSpPr/>
          <p:nvPr/>
        </p:nvSpPr>
        <p:spPr>
          <a:xfrm rot="16200000">
            <a:off x="3221874" y="4842088"/>
            <a:ext cx="1797520" cy="2105431"/>
          </a:xfrm>
          <a:prstGeom prst="leftUpArrow">
            <a:avLst>
              <a:gd name="adj1" fmla="val 12153"/>
              <a:gd name="adj2" fmla="val 12868"/>
              <a:gd name="adj3" fmla="val 49266"/>
            </a:avLst>
          </a:prstGeom>
          <a:solidFill>
            <a:schemeClr val="tx1"/>
          </a:solidFill>
          <a:ln>
            <a:noFill/>
          </a:ln>
          <a:scene3d>
            <a:camera prst="orthographicFront">
              <a:rot lat="0" lon="10800000" rev="10800000"/>
            </a:camera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>
              <a:latin typeface="Arial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410275" y="5200418"/>
            <a:ext cx="49111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i="1" dirty="0">
                <a:latin typeface="Times"/>
                <a:cs typeface="Times"/>
              </a:rPr>
              <a:t>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22363" y="6029454"/>
            <a:ext cx="4601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i="1" dirty="0">
                <a:latin typeface="Times"/>
                <a:cs typeface="Times"/>
              </a:rPr>
              <a:t>y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2095398" y="1200940"/>
            <a:ext cx="2063456" cy="3686169"/>
            <a:chOff x="6437175" y="3577392"/>
            <a:chExt cx="3060700" cy="2603500"/>
          </a:xfrm>
          <a:scene3d>
            <a:camera prst="orthographicFront">
              <a:rot lat="2700000" lon="2700000" rev="0"/>
            </a:camera>
            <a:lightRig rig="threePt" dir="t"/>
          </a:scene3d>
        </p:grpSpPr>
        <p:grpSp>
          <p:nvGrpSpPr>
            <p:cNvPr id="58" name="Group 496"/>
            <p:cNvGrpSpPr>
              <a:grpSpLocks/>
            </p:cNvGrpSpPr>
            <p:nvPr/>
          </p:nvGrpSpPr>
          <p:grpSpPr bwMode="auto">
            <a:xfrm>
              <a:off x="6437175" y="3577392"/>
              <a:ext cx="3060700" cy="2603500"/>
              <a:chOff x="3334" y="1336"/>
              <a:chExt cx="1928" cy="1640"/>
            </a:xfrm>
          </p:grpSpPr>
          <p:sp>
            <p:nvSpPr>
              <p:cNvPr id="59" name="Rectangle 336"/>
              <p:cNvSpPr>
                <a:spLocks noChangeArrowheads="1"/>
              </p:cNvSpPr>
              <p:nvPr/>
            </p:nvSpPr>
            <p:spPr bwMode="auto">
              <a:xfrm>
                <a:off x="4780" y="2566"/>
                <a:ext cx="482" cy="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>
                        <a:alpha val="5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pPr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charset="0"/>
                  <a:buNone/>
                </a:pPr>
                <a:endParaRPr lang="el-GR" sz="3000" b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cs typeface="Arial"/>
                </a:endParaRPr>
              </a:p>
            </p:txBody>
          </p:sp>
          <p:sp>
            <p:nvSpPr>
              <p:cNvPr id="60" name="Rectangle 338"/>
              <p:cNvSpPr>
                <a:spLocks noChangeArrowheads="1"/>
              </p:cNvSpPr>
              <p:nvPr/>
            </p:nvSpPr>
            <p:spPr bwMode="auto">
              <a:xfrm>
                <a:off x="4298" y="2566"/>
                <a:ext cx="482" cy="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>
                        <a:alpha val="5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pPr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charset="0"/>
                  <a:buNone/>
                </a:pPr>
                <a:endParaRPr lang="el-GR" sz="3000" b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cs typeface="Arial"/>
                </a:endParaRPr>
              </a:p>
            </p:txBody>
          </p:sp>
          <p:sp>
            <p:nvSpPr>
              <p:cNvPr id="61" name="Rectangle 340"/>
              <p:cNvSpPr>
                <a:spLocks noChangeArrowheads="1"/>
              </p:cNvSpPr>
              <p:nvPr/>
            </p:nvSpPr>
            <p:spPr bwMode="auto">
              <a:xfrm>
                <a:off x="3816" y="2566"/>
                <a:ext cx="482" cy="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>
                        <a:alpha val="5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pPr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charset="0"/>
                  <a:buNone/>
                </a:pPr>
                <a:endParaRPr lang="el-GR" sz="3000" b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cs typeface="Arial"/>
                </a:endParaRPr>
              </a:p>
            </p:txBody>
          </p:sp>
          <p:sp>
            <p:nvSpPr>
              <p:cNvPr id="62" name="Rectangle 342"/>
              <p:cNvSpPr>
                <a:spLocks noChangeArrowheads="1"/>
              </p:cNvSpPr>
              <p:nvPr/>
            </p:nvSpPr>
            <p:spPr bwMode="auto">
              <a:xfrm>
                <a:off x="3334" y="2566"/>
                <a:ext cx="482" cy="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>
                        <a:alpha val="5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pPr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charset="0"/>
                  <a:buNone/>
                </a:pPr>
                <a:endParaRPr lang="el-GR" sz="3000" b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cs typeface="Arial"/>
                </a:endParaRPr>
              </a:p>
            </p:txBody>
          </p:sp>
          <p:sp>
            <p:nvSpPr>
              <p:cNvPr id="63" name="Rectangle 352"/>
              <p:cNvSpPr>
                <a:spLocks noChangeArrowheads="1"/>
              </p:cNvSpPr>
              <p:nvPr/>
            </p:nvSpPr>
            <p:spPr bwMode="auto">
              <a:xfrm>
                <a:off x="4780" y="2156"/>
                <a:ext cx="482" cy="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>
                        <a:alpha val="5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pPr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charset="0"/>
                  <a:buNone/>
                </a:pPr>
                <a:endParaRPr lang="el-GR" sz="3000" b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cs typeface="Arial"/>
                </a:endParaRPr>
              </a:p>
            </p:txBody>
          </p:sp>
          <p:sp>
            <p:nvSpPr>
              <p:cNvPr id="64" name="Rectangle 358"/>
              <p:cNvSpPr>
                <a:spLocks noChangeArrowheads="1"/>
              </p:cNvSpPr>
              <p:nvPr/>
            </p:nvSpPr>
            <p:spPr bwMode="auto">
              <a:xfrm>
                <a:off x="3334" y="2156"/>
                <a:ext cx="482" cy="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>
                        <a:alpha val="5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pPr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charset="0"/>
                  <a:buNone/>
                </a:pPr>
                <a:endParaRPr lang="el-GR" sz="3000" b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cs typeface="Arial"/>
                </a:endParaRPr>
              </a:p>
            </p:txBody>
          </p:sp>
          <p:sp>
            <p:nvSpPr>
              <p:cNvPr id="65" name="Rectangle 368"/>
              <p:cNvSpPr>
                <a:spLocks noChangeArrowheads="1"/>
              </p:cNvSpPr>
              <p:nvPr/>
            </p:nvSpPr>
            <p:spPr bwMode="auto">
              <a:xfrm>
                <a:off x="4780" y="1746"/>
                <a:ext cx="482" cy="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>
                        <a:alpha val="5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pPr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charset="0"/>
                  <a:buNone/>
                </a:pPr>
                <a:endParaRPr lang="el-GR" sz="3000" b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cs typeface="Arial"/>
                </a:endParaRPr>
              </a:p>
            </p:txBody>
          </p:sp>
          <p:sp>
            <p:nvSpPr>
              <p:cNvPr id="66" name="Rectangle 374"/>
              <p:cNvSpPr>
                <a:spLocks noChangeArrowheads="1"/>
              </p:cNvSpPr>
              <p:nvPr/>
            </p:nvSpPr>
            <p:spPr bwMode="auto">
              <a:xfrm>
                <a:off x="3334" y="1746"/>
                <a:ext cx="482" cy="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>
                        <a:alpha val="5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pPr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charset="0"/>
                  <a:buNone/>
                </a:pPr>
                <a:endParaRPr lang="el-GR" sz="3000" b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cs typeface="Arial"/>
                </a:endParaRPr>
              </a:p>
            </p:txBody>
          </p:sp>
          <p:sp>
            <p:nvSpPr>
              <p:cNvPr id="67" name="Rectangle 384"/>
              <p:cNvSpPr>
                <a:spLocks noChangeArrowheads="1"/>
              </p:cNvSpPr>
              <p:nvPr/>
            </p:nvSpPr>
            <p:spPr bwMode="auto">
              <a:xfrm>
                <a:off x="4780" y="1336"/>
                <a:ext cx="482" cy="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>
                        <a:alpha val="5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pPr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charset="0"/>
                  <a:buNone/>
                </a:pPr>
                <a:endParaRPr lang="el-GR" sz="3000" b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cs typeface="Arial"/>
                </a:endParaRPr>
              </a:p>
            </p:txBody>
          </p:sp>
          <p:sp>
            <p:nvSpPr>
              <p:cNvPr id="68" name="Rectangle 386"/>
              <p:cNvSpPr>
                <a:spLocks noChangeArrowheads="1"/>
              </p:cNvSpPr>
              <p:nvPr/>
            </p:nvSpPr>
            <p:spPr bwMode="auto">
              <a:xfrm>
                <a:off x="4298" y="1336"/>
                <a:ext cx="482" cy="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>
                        <a:alpha val="5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pPr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charset="0"/>
                  <a:buNone/>
                </a:pPr>
                <a:endParaRPr lang="el-GR" sz="3000" b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cs typeface="Arial"/>
                </a:endParaRPr>
              </a:p>
            </p:txBody>
          </p:sp>
          <p:sp>
            <p:nvSpPr>
              <p:cNvPr id="69" name="Rectangle 388"/>
              <p:cNvSpPr>
                <a:spLocks noChangeArrowheads="1"/>
              </p:cNvSpPr>
              <p:nvPr/>
            </p:nvSpPr>
            <p:spPr bwMode="auto">
              <a:xfrm>
                <a:off x="3816" y="1336"/>
                <a:ext cx="482" cy="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>
                        <a:alpha val="5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pPr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charset="0"/>
                  <a:buNone/>
                </a:pPr>
                <a:endParaRPr lang="el-GR" sz="3000" b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cs typeface="Arial"/>
                </a:endParaRPr>
              </a:p>
            </p:txBody>
          </p:sp>
          <p:sp>
            <p:nvSpPr>
              <p:cNvPr id="70" name="Rectangle 390"/>
              <p:cNvSpPr>
                <a:spLocks noChangeArrowheads="1"/>
              </p:cNvSpPr>
              <p:nvPr/>
            </p:nvSpPr>
            <p:spPr bwMode="auto">
              <a:xfrm>
                <a:off x="3334" y="1336"/>
                <a:ext cx="482" cy="4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>
                        <a:alpha val="5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pPr algn="l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charset="0"/>
                  <a:buNone/>
                </a:pPr>
                <a:endParaRPr lang="el-GR" sz="3000" b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cs typeface="Arial"/>
                </a:endParaRPr>
              </a:p>
            </p:txBody>
          </p:sp>
          <p:sp>
            <p:nvSpPr>
              <p:cNvPr id="71" name="Line 391"/>
              <p:cNvSpPr>
                <a:spLocks noChangeShapeType="1"/>
              </p:cNvSpPr>
              <p:nvPr/>
            </p:nvSpPr>
            <p:spPr bwMode="auto">
              <a:xfrm>
                <a:off x="3334" y="1336"/>
                <a:ext cx="192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endParaRPr lang="en-US" sz="3000">
                  <a:latin typeface="Arial"/>
                  <a:cs typeface="Arial"/>
                </a:endParaRPr>
              </a:p>
            </p:txBody>
          </p:sp>
          <p:sp>
            <p:nvSpPr>
              <p:cNvPr id="72" name="Line 393"/>
              <p:cNvSpPr>
                <a:spLocks noChangeShapeType="1"/>
              </p:cNvSpPr>
              <p:nvPr/>
            </p:nvSpPr>
            <p:spPr bwMode="auto">
              <a:xfrm>
                <a:off x="3334" y="1746"/>
                <a:ext cx="1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endParaRPr lang="en-US" sz="3000">
                  <a:latin typeface="Arial"/>
                  <a:cs typeface="Arial"/>
                </a:endParaRPr>
              </a:p>
            </p:txBody>
          </p:sp>
          <p:sp>
            <p:nvSpPr>
              <p:cNvPr id="73" name="Line 395"/>
              <p:cNvSpPr>
                <a:spLocks noChangeShapeType="1"/>
              </p:cNvSpPr>
              <p:nvPr/>
            </p:nvSpPr>
            <p:spPr bwMode="auto">
              <a:xfrm>
                <a:off x="3334" y="2156"/>
                <a:ext cx="1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endParaRPr lang="en-US" sz="3000">
                  <a:latin typeface="Arial"/>
                  <a:cs typeface="Arial"/>
                </a:endParaRPr>
              </a:p>
            </p:txBody>
          </p:sp>
          <p:sp>
            <p:nvSpPr>
              <p:cNvPr id="74" name="Line 397"/>
              <p:cNvSpPr>
                <a:spLocks noChangeShapeType="1"/>
              </p:cNvSpPr>
              <p:nvPr/>
            </p:nvSpPr>
            <p:spPr bwMode="auto">
              <a:xfrm>
                <a:off x="3334" y="2566"/>
                <a:ext cx="19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endParaRPr lang="en-US" sz="3000">
                  <a:latin typeface="Arial"/>
                  <a:cs typeface="Arial"/>
                </a:endParaRPr>
              </a:p>
            </p:txBody>
          </p:sp>
          <p:sp>
            <p:nvSpPr>
              <p:cNvPr id="75" name="Line 399"/>
              <p:cNvSpPr>
                <a:spLocks noChangeShapeType="1"/>
              </p:cNvSpPr>
              <p:nvPr/>
            </p:nvSpPr>
            <p:spPr bwMode="auto">
              <a:xfrm>
                <a:off x="3334" y="2976"/>
                <a:ext cx="192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endParaRPr lang="en-US" sz="3000">
                  <a:latin typeface="Arial"/>
                  <a:cs typeface="Arial"/>
                </a:endParaRPr>
              </a:p>
            </p:txBody>
          </p:sp>
          <p:sp>
            <p:nvSpPr>
              <p:cNvPr id="76" name="Line 400"/>
              <p:cNvSpPr>
                <a:spLocks noChangeShapeType="1"/>
              </p:cNvSpPr>
              <p:nvPr/>
            </p:nvSpPr>
            <p:spPr bwMode="auto">
              <a:xfrm>
                <a:off x="3334" y="1336"/>
                <a:ext cx="0" cy="16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endParaRPr lang="en-US" sz="3000">
                  <a:latin typeface="Arial"/>
                  <a:cs typeface="Arial"/>
                </a:endParaRPr>
              </a:p>
            </p:txBody>
          </p:sp>
          <p:sp>
            <p:nvSpPr>
              <p:cNvPr id="77" name="Line 402"/>
              <p:cNvSpPr>
                <a:spLocks noChangeShapeType="1"/>
              </p:cNvSpPr>
              <p:nvPr/>
            </p:nvSpPr>
            <p:spPr bwMode="auto">
              <a:xfrm>
                <a:off x="3816" y="1336"/>
                <a:ext cx="0" cy="16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endParaRPr lang="en-US" sz="3000">
                  <a:latin typeface="Arial"/>
                  <a:cs typeface="Arial"/>
                </a:endParaRPr>
              </a:p>
            </p:txBody>
          </p:sp>
          <p:sp>
            <p:nvSpPr>
              <p:cNvPr id="78" name="Line 404"/>
              <p:cNvSpPr>
                <a:spLocks noChangeShapeType="1"/>
              </p:cNvSpPr>
              <p:nvPr/>
            </p:nvSpPr>
            <p:spPr bwMode="auto">
              <a:xfrm>
                <a:off x="4298" y="1336"/>
                <a:ext cx="0" cy="16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endParaRPr lang="en-US" sz="3000">
                  <a:latin typeface="Arial"/>
                  <a:cs typeface="Arial"/>
                </a:endParaRPr>
              </a:p>
            </p:txBody>
          </p:sp>
          <p:sp>
            <p:nvSpPr>
              <p:cNvPr id="79" name="Line 406"/>
              <p:cNvSpPr>
                <a:spLocks noChangeShapeType="1"/>
              </p:cNvSpPr>
              <p:nvPr/>
            </p:nvSpPr>
            <p:spPr bwMode="auto">
              <a:xfrm>
                <a:off x="4780" y="1336"/>
                <a:ext cx="0" cy="16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endParaRPr lang="en-US" sz="3000">
                  <a:latin typeface="Arial"/>
                  <a:cs typeface="Arial"/>
                </a:endParaRPr>
              </a:p>
            </p:txBody>
          </p:sp>
          <p:sp>
            <p:nvSpPr>
              <p:cNvPr id="80" name="Line 408"/>
              <p:cNvSpPr>
                <a:spLocks noChangeShapeType="1"/>
              </p:cNvSpPr>
              <p:nvPr/>
            </p:nvSpPr>
            <p:spPr bwMode="auto">
              <a:xfrm>
                <a:off x="5262" y="1336"/>
                <a:ext cx="0" cy="16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eaVert" lIns="0" tIns="0" rIns="0" bIns="0" anchor="ctr" anchorCtr="1"/>
              <a:lstStyle/>
              <a:p>
                <a:endParaRPr lang="en-US" sz="3000">
                  <a:latin typeface="Arial"/>
                  <a:cs typeface="Arial"/>
                </a:endParaRPr>
              </a:p>
            </p:txBody>
          </p:sp>
        </p:grpSp>
        <p:sp>
          <p:nvSpPr>
            <p:cNvPr id="81" name="Oval 80"/>
            <p:cNvSpPr>
              <a:spLocks noChangeAspect="1"/>
            </p:cNvSpPr>
            <p:nvPr/>
          </p:nvSpPr>
          <p:spPr>
            <a:xfrm>
              <a:off x="6746600" y="3806150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82" name="Oval 81"/>
            <p:cNvSpPr>
              <a:spLocks noChangeAspect="1"/>
            </p:cNvSpPr>
            <p:nvPr/>
          </p:nvSpPr>
          <p:spPr>
            <a:xfrm>
              <a:off x="7476313" y="3806150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83" name="Oval 82"/>
            <p:cNvSpPr>
              <a:spLocks noChangeAspect="1"/>
            </p:cNvSpPr>
            <p:nvPr/>
          </p:nvSpPr>
          <p:spPr>
            <a:xfrm>
              <a:off x="7476313" y="4484485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84" name="Oval 83"/>
            <p:cNvSpPr>
              <a:spLocks noChangeAspect="1"/>
            </p:cNvSpPr>
            <p:nvPr/>
          </p:nvSpPr>
          <p:spPr>
            <a:xfrm>
              <a:off x="6746600" y="4484485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85" name="Oval 84"/>
            <p:cNvSpPr>
              <a:spLocks noChangeAspect="1"/>
            </p:cNvSpPr>
            <p:nvPr/>
          </p:nvSpPr>
          <p:spPr>
            <a:xfrm>
              <a:off x="8271723" y="3806150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86" name="Oval 85"/>
            <p:cNvSpPr>
              <a:spLocks noChangeAspect="1"/>
            </p:cNvSpPr>
            <p:nvPr/>
          </p:nvSpPr>
          <p:spPr>
            <a:xfrm>
              <a:off x="9028645" y="3806150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87" name="Oval 86"/>
            <p:cNvSpPr>
              <a:spLocks noChangeAspect="1"/>
            </p:cNvSpPr>
            <p:nvPr/>
          </p:nvSpPr>
          <p:spPr>
            <a:xfrm>
              <a:off x="8271723" y="4484485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88" name="Oval 87"/>
            <p:cNvSpPr>
              <a:spLocks noChangeAspect="1"/>
            </p:cNvSpPr>
            <p:nvPr/>
          </p:nvSpPr>
          <p:spPr>
            <a:xfrm>
              <a:off x="6746600" y="5125870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89" name="Oval 88"/>
            <p:cNvSpPr>
              <a:spLocks noChangeAspect="1"/>
            </p:cNvSpPr>
            <p:nvPr/>
          </p:nvSpPr>
          <p:spPr>
            <a:xfrm>
              <a:off x="7476313" y="5125870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90" name="Oval 89"/>
            <p:cNvSpPr>
              <a:spLocks noChangeAspect="1"/>
            </p:cNvSpPr>
            <p:nvPr/>
          </p:nvSpPr>
          <p:spPr>
            <a:xfrm>
              <a:off x="8271723" y="5125870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91" name="Oval 90"/>
            <p:cNvSpPr>
              <a:spLocks noChangeAspect="1"/>
            </p:cNvSpPr>
            <p:nvPr/>
          </p:nvSpPr>
          <p:spPr>
            <a:xfrm>
              <a:off x="9028645" y="5125870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92" name="Oval 91"/>
            <p:cNvSpPr>
              <a:spLocks noChangeAspect="1"/>
            </p:cNvSpPr>
            <p:nvPr/>
          </p:nvSpPr>
          <p:spPr>
            <a:xfrm>
              <a:off x="9028645" y="4484485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93" name="Oval 92"/>
            <p:cNvSpPr>
              <a:spLocks noChangeAspect="1"/>
            </p:cNvSpPr>
            <p:nvPr/>
          </p:nvSpPr>
          <p:spPr>
            <a:xfrm>
              <a:off x="6746600" y="5754426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94" name="Oval 93"/>
            <p:cNvSpPr>
              <a:spLocks noChangeAspect="1"/>
            </p:cNvSpPr>
            <p:nvPr/>
          </p:nvSpPr>
          <p:spPr>
            <a:xfrm>
              <a:off x="7476313" y="5754426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95" name="Oval 94"/>
            <p:cNvSpPr>
              <a:spLocks noChangeAspect="1"/>
            </p:cNvSpPr>
            <p:nvPr/>
          </p:nvSpPr>
          <p:spPr>
            <a:xfrm>
              <a:off x="8271723" y="5754426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  <p:sp>
          <p:nvSpPr>
            <p:cNvPr id="96" name="Oval 95"/>
            <p:cNvSpPr>
              <a:spLocks noChangeAspect="1"/>
            </p:cNvSpPr>
            <p:nvPr/>
          </p:nvSpPr>
          <p:spPr>
            <a:xfrm>
              <a:off x="9028645" y="5754426"/>
              <a:ext cx="17961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effectLst/>
                <a:latin typeface="Arial"/>
                <a:cs typeface="Arial"/>
              </a:endParaRPr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1371598" y="3957770"/>
            <a:ext cx="43751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i="1" dirty="0" smtClean="0">
                <a:latin typeface="Times"/>
                <a:cs typeface="Times"/>
              </a:rPr>
              <a:t>z</a:t>
            </a:r>
            <a:endParaRPr lang="en-US" sz="3000" b="1" i="1" dirty="0">
              <a:latin typeface="Times"/>
              <a:cs typeface="Times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529413" y="2521364"/>
            <a:ext cx="4489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 smtClean="0">
                <a:latin typeface="Times"/>
                <a:cs typeface="Times"/>
              </a:rPr>
              <a:t>m</a:t>
            </a:r>
            <a:endParaRPr lang="en-US" sz="2400" dirty="0">
              <a:latin typeface="Times"/>
              <a:cs typeface="Times"/>
            </a:endParaRPr>
          </a:p>
        </p:txBody>
      </p:sp>
      <p:sp>
        <p:nvSpPr>
          <p:cNvPr id="108" name="Line 391"/>
          <p:cNvSpPr>
            <a:spLocks noChangeShapeType="1"/>
          </p:cNvSpPr>
          <p:nvPr/>
        </p:nvSpPr>
        <p:spPr bwMode="auto">
          <a:xfrm>
            <a:off x="2412265" y="1213768"/>
            <a:ext cx="30607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endParaRPr lang="en-US" sz="3000">
              <a:latin typeface="Arial"/>
              <a:cs typeface="Arial"/>
            </a:endParaRPr>
          </a:p>
        </p:txBody>
      </p:sp>
      <p:sp>
        <p:nvSpPr>
          <p:cNvPr id="109" name="Line 391"/>
          <p:cNvSpPr>
            <a:spLocks noChangeShapeType="1"/>
          </p:cNvSpPr>
          <p:nvPr/>
        </p:nvSpPr>
        <p:spPr bwMode="auto">
          <a:xfrm>
            <a:off x="5480860" y="1213768"/>
            <a:ext cx="1442095" cy="105400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endParaRPr lang="en-US" sz="3000">
              <a:latin typeface="Arial"/>
              <a:cs typeface="Arial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375833" y="41193"/>
            <a:ext cx="83984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latin typeface="Times New Roman"/>
                <a:cs typeface="Times New Roman"/>
              </a:rPr>
              <a:t>Motion vector (</a:t>
            </a:r>
            <a:r>
              <a:rPr lang="en-US" sz="2400" b="1" i="1" dirty="0" smtClean="0">
                <a:latin typeface="Times New Roman"/>
                <a:cs typeface="Times New Roman"/>
              </a:rPr>
              <a:t>m</a:t>
            </a:r>
            <a:r>
              <a:rPr lang="en-US" sz="2400" dirty="0" smtClean="0">
                <a:latin typeface="Times New Roman"/>
                <a:cs typeface="Times New Roman"/>
              </a:rPr>
              <a:t>) directions with respect to the coordinate system </a:t>
            </a:r>
          </a:p>
          <a:p>
            <a:pPr algn="ctr"/>
            <a:r>
              <a:rPr lang="en-US" sz="2400" dirty="0" smtClean="0">
                <a:latin typeface="Times New Roman"/>
                <a:cs typeface="Times New Roman"/>
              </a:rPr>
              <a:t>(</a:t>
            </a:r>
            <a:r>
              <a:rPr lang="en-US" sz="2400" b="1" i="1" dirty="0" smtClean="0">
                <a:latin typeface="Times New Roman"/>
                <a:cs typeface="Times New Roman"/>
              </a:rPr>
              <a:t>x</a:t>
            </a:r>
            <a:r>
              <a:rPr lang="en-US" sz="2400" dirty="0" smtClean="0">
                <a:latin typeface="Times New Roman"/>
                <a:cs typeface="Times New Roman"/>
              </a:rPr>
              <a:t>, </a:t>
            </a:r>
            <a:r>
              <a:rPr lang="en-US" sz="2400" b="1" i="1" dirty="0" smtClean="0">
                <a:latin typeface="Times New Roman"/>
                <a:cs typeface="Times New Roman"/>
              </a:rPr>
              <a:t>y</a:t>
            </a:r>
            <a:r>
              <a:rPr lang="en-US" sz="2400" dirty="0" smtClean="0">
                <a:latin typeface="Times New Roman"/>
                <a:cs typeface="Times New Roman"/>
              </a:rPr>
              <a:t>, </a:t>
            </a:r>
            <a:r>
              <a:rPr lang="en-US" sz="2400" b="1" i="1" dirty="0" smtClean="0">
                <a:latin typeface="Times New Roman"/>
                <a:cs typeface="Times New Roman"/>
              </a:rPr>
              <a:t>z</a:t>
            </a:r>
            <a:r>
              <a:rPr lang="en-US" sz="2400" dirty="0" smtClean="0">
                <a:latin typeface="Times New Roman"/>
                <a:cs typeface="Times New Roman"/>
              </a:rPr>
              <a:t>) </a:t>
            </a:r>
            <a:r>
              <a:rPr lang="en-US" sz="2400" dirty="0">
                <a:latin typeface="Times New Roman"/>
                <a:cs typeface="Times New Roman"/>
              </a:rPr>
              <a:t>: (superior to </a:t>
            </a:r>
            <a:r>
              <a:rPr lang="en-US" sz="2400" dirty="0" smtClean="0">
                <a:latin typeface="Times New Roman"/>
                <a:cs typeface="Times New Roman"/>
              </a:rPr>
              <a:t>inferior, posterior to anterior, left to right)   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5320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63475C1EEFD49A598447712F3D3E6" ma:contentTypeVersion="13" ma:contentTypeDescription="Create a new document." ma:contentTypeScope="" ma:versionID="da3fb317689a9f6d13533583b51a848a">
  <xsd:schema xmlns:xsd="http://www.w3.org/2001/XMLSchema" xmlns:xs="http://www.w3.org/2001/XMLSchema" xmlns:p="http://schemas.microsoft.com/office/2006/metadata/properties" xmlns:ns2="0f805f1a-c809-45d1-8a37-1dbee80eb390" xmlns:ns3="984591a0-cc6c-4327-9f71-f91b2505ea82" targetNamespace="http://schemas.microsoft.com/office/2006/metadata/properties" ma:root="true" ma:fieldsID="fc47f8e6e5d13c4765c188af9696885d" ns2:_="" ns3:_="">
    <xsd:import namespace="0f805f1a-c809-45d1-8a37-1dbee80eb390"/>
    <xsd:import namespace="984591a0-cc6c-4327-9f71-f91b2505ea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805f1a-c809-45d1-8a37-1dbee80eb3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1a0baa89-f68b-4895-8662-2bd57a0ae5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4591a0-cc6c-4327-9f71-f91b2505ea82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314453b-81dd-410b-b42e-089cccea5f85}" ma:internalName="TaxCatchAll" ma:showField="CatchAllData" ma:web="984591a0-cc6c-4327-9f71-f91b2505ea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4591a0-cc6c-4327-9f71-f91b2505ea82" xsi:nil="true"/>
    <lcf76f155ced4ddcb4097134ff3c332f xmlns="0f805f1a-c809-45d1-8a37-1dbee80eb39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ADB4A1C-58CE-4238-831A-00A783732D89}"/>
</file>

<file path=customXml/itemProps2.xml><?xml version="1.0" encoding="utf-8"?>
<ds:datastoreItem xmlns:ds="http://schemas.openxmlformats.org/officeDocument/2006/customXml" ds:itemID="{7BBFF9C0-D834-41F7-9A5C-EEE4FC14304B}"/>
</file>

<file path=customXml/itemProps3.xml><?xml version="1.0" encoding="utf-8"?>
<ds:datastoreItem xmlns:ds="http://schemas.openxmlformats.org/officeDocument/2006/customXml" ds:itemID="{17685D4B-100F-4E8F-8F2A-D40F874D29B2}"/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37</Words>
  <Application>Microsoft Macintosh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King's College London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Charalampos Tsoumpas</dc:creator>
  <cp:lastModifiedBy>Charalampos Tsoumpas</cp:lastModifiedBy>
  <cp:revision>19</cp:revision>
  <dcterms:created xsi:type="dcterms:W3CDTF">2013-02-05T01:31:57Z</dcterms:created>
  <dcterms:modified xsi:type="dcterms:W3CDTF">2013-07-01T11:27:05Z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0x010100C6363475C1EEFD49A598447712F3D3E6</vt:lpwstr>
  </property>
</Properties>
</file>